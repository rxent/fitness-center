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Здравствуйте, уважаемые члены комиссии! Тема моей дипломной работы — разработка автоматизированной информационной системы для работы фитнес-центра. Цель работы — автоматизировать рутинные процессы фитнес-центра: учёт клиентов, продажу абонементов, ведение расписания тренировок и формирование отчётов для администрации.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Актуальность темы. Большинство небольших фитнес-центров до сих пор ведут учёт клиентов и абонементов вручную, в бумажных журналах или в таблицах Excel. Это приводит к ошибкам, потере данных и времени. Существующие коробочные решения, такие как «1С: Фитнес» или GymRu, стоят дорого и требуют обучения персонала. Поэтому актуальна разработка простой бесплатной веб-системы, которая решает основные задачи фитнес-центра.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Для достижения поставленной цели я решил следующие задачи: изучил предметную область — внутренние процессы фитнес-центра; проанализировал существующие программные решения; сформулировал функциональные и нефункциональные требования; спроектировал структуру базы данных; реализовал систему — модели данных, веб-интерфейс, разграничение доступа по ролям и отчёты; и провёл тестирование основных пользовательских сценариев.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Технологии. В качестве языка программирования я выбрал Python, потому что у него простой синтаксис и большая экосистема. Веб-фреймворк — Django, потому что он сразу предоставляет готовую админ-панель, систему авторизации и работу с базой данных через объектно-ориентированный интерфейс, который называется ORM. База данных — SQLite, она встроена в Python и не требует отдельной установки. Для вёрстки использовал Bootstrap пятой версии. Для генерации отчётов в PDF и Excel — библиотеки reportlab и openpyxl.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Архитектура приложения построена по шаблону MTV — это аналог MVC, характерный для Django. Запрос пользователя сначала попадает в URL-маршрутизатор, который определяет, какая функция должна обработать запрос. Эта функция называется View. View обращается к моделям — классам, описывающим таблицы базы данных, — получает данные и подставляет их в HTML-шаблон. Полученная страница отдаётся браузеру. В моей системе десять моделей данных: User, Client, Trainer, Specialization, SubscriptionPlan, Subscription, Payment, GymRoom, TrainingClass и Enrollment.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системе три роли пользователей. Администратор управляет данными через встроенную админ-панель Django и видит сводные отчёты. Тренер видит своё расписание и может отмечать посещаемость клиентов. Клиент покупает абонементы и записывается на тренировки. Разграничение доступа реализовано через декораторы — это специальные функции, которые проверяют роль пользователя перед тем, как выполнить основную функцию страницы.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На этом слайде главная страница администратора. Сверху отображается сводка: количество активных клиентов, тренеров, действующих абонементов и ближайших тренировок. Ниже — список тренировок и последние платежи. С этой страницы администратор может перейти в отчёты или в полную админ-панель.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Расписание тренировок доступно всем — публично, без входа в систему. Можно отфильтровать тренировки по тренеру, залу и дате. Видна занятость зала: текущее число записанных и максимальная вместимость. Если клиент авторизован и у него есть активный абонемент, он может записаться на тренировку прямо отсюда.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системе три отчёта для администратора: посещаемость тренировок, выручка и загрузка тренеров. По каждому отчёту есть фильтры по периоду, и его можно скачать в формате Excel или PDF — кнопки находятся рядом с фильтрами. PDF-экспорт корректно отображает кириллицу за счёт встроенного шрифта DejaVu.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В заключение. Цель работы достигнута: разработана работающая автоматизированная информационная система фитнес-центра. Реализованы десять моделей данных, три роли пользователей, публичные страницы и личные кабинеты, а также три отчёта с экспортом в PDF и Excel. Среди перспектив развития системы можно выделить интеграцию с онлайн-оплатой ЮKassa, разработку мобильного приложения и добавление SMS-уведомлений о тренировках. Доклад окончен. Спасибо за внимание, готов ответить на вопросы.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Тема дипломной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E"/>
                </a:solidFill>
                <a:latin typeface="Calibri"/>
              </a:rPr>
              <a:t>Разработка автоматизированной информационной системы для работы фитнес-центра.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/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Студент: &lt;ФИО&gt;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Группа: &lt;номер&gt;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Руководитель: &lt;ФИО&gt;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Актуальность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A7A9BE"/>
                </a:solidFill>
                <a:latin typeface="Calibri"/>
              </a:rPr>
              <a:t>• ручной учёт клиентов и абонементов отнимает время администраторов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• ошибки в бумажных журналах приводят к потере клиентов и денег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• у небольших фитнес-центров нет бюджета на дорогие коробочные решения вроде «1С: Фитнес» или GymRu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• нужна простая и бесплатная веб-система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Задачи работы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A7A9BE"/>
                </a:solidFill>
                <a:latin typeface="Calibri"/>
              </a:rPr>
              <a:t>1) изучить предметную область — процессы фитнес-центра;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2) проанализировать существующие программные решения;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3) сформулировать функциональные требования;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4) спроектировать структуру базы данных;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5) реализовать систему: модели, веб-интерфейс, ролевой доступ, отчёты;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6) провести тестирование основных сценариев.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Выбранные технологии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E"/>
                </a:solidFill>
                <a:latin typeface="Calibri"/>
              </a:rPr>
              <a:t>Python 3.12 — язык программирования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Django 5.1 — веб-фреймворк со встроенной админкой и ORM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SQLite — встроенная база данных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Bootstrap 5 — адаптивная вёрстка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reportlab, openpyxl — экспорт PDF и Excel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Архитектура: шаблон MTV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E"/>
                </a:solidFill>
                <a:latin typeface="Calibri"/>
              </a:rPr>
              <a:t>Запрос пользователя → URL-маршрутизатор → View (логика) →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Model (база) → Template (HTML) → ответ браузеру.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/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Это аналог MVC, только в Django контроллер называется View, а представление — Template.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/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10 моделей данных: User, Client, Trainer, Specialization,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SubscriptionPlan, Subscription, Payment,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GymRoom, TrainingClass, Enrollment.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Ролевая модель: 3 роли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E"/>
                </a:solidFill>
                <a:latin typeface="Calibri"/>
              </a:rPr>
              <a:t>Администратор — управление через админ-панель, отчёты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Тренер — своё расписание, отметка посещаемости</a:t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Клиент — покупка абонементов, запись на тренировки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/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Доступ ограничен декораторами @admin_required, @trainer_required, @client_required.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Демонстрация: дашборд администратора</a:t>
            </a:r>
          </a:p>
        </p:txBody>
      </p:sp>
      <p:pic>
        <p:nvPicPr>
          <p:cNvPr id="3" name="Picture 2" descr="sc_dashboard_adm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Демонстрация: расписание тренировок</a:t>
            </a:r>
          </a:p>
        </p:txBody>
      </p:sp>
      <p:pic>
        <p:nvPicPr>
          <p:cNvPr id="3" name="Picture 2" descr="sc_schedu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Демонстрация: отчёты</a:t>
            </a:r>
          </a:p>
        </p:txBody>
      </p:sp>
      <p:pic>
        <p:nvPicPr>
          <p:cNvPr id="3" name="Picture 2" descr="sc_reports_inde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8229600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FF8906"/>
                </a:solidFill>
                <a:latin typeface="Calibri"/>
              </a:rPr>
              <a:t>Заключение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>
                <a:solidFill>
                  <a:srgbClr val="FFFFFE"/>
                </a:solidFill>
                <a:latin typeface="Calibri"/>
              </a:rPr>
              <a:t>Цель достигнута: разработана работающая АИС фитнес-центра.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/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Реализовано: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• 10 моделей данных и 3 роли пользователей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• публичные страницы и личные кабинеты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• 3 отчёта с экспортом в PDF и Excel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/>
            </a:r>
          </a:p>
          <a:p>
            <a:r>
              <a:rPr sz="2000">
                <a:solidFill>
                  <a:srgbClr val="FFFFFE"/>
                </a:solidFill>
                <a:latin typeface="Calibri"/>
              </a:rPr>
              <a:t>Перспективы развития: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• онлайн-оплата (ЮKassa)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• мобильное приложение</a:t>
            </a:r>
          </a:p>
          <a:p>
            <a:r>
              <a:rPr sz="2000">
                <a:solidFill>
                  <a:srgbClr val="A7A9BE"/>
                </a:solidFill>
                <a:latin typeface="Calibri"/>
              </a:rPr>
              <a:t>• SMS-уведомления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